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tags" Target="../tags/tag2.xm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tags" Target="../tags/tag1.xml"/><Relationship Id="rId21" Type="http://schemas.openxmlformats.org/officeDocument/2006/relationships/notesSlide" Target="../notesSlides/notesSlide1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9" Type="http://schemas.openxmlformats.org/officeDocument/2006/relationships/tags" Target="../tags/tag12.xml"/><Relationship Id="rId18" Type="http://schemas.openxmlformats.org/officeDocument/2006/relationships/tags" Target="../tags/tag11.xml"/><Relationship Id="rId17" Type="http://schemas.openxmlformats.org/officeDocument/2006/relationships/tags" Target="../tags/tag10.xml"/><Relationship Id="rId16" Type="http://schemas.openxmlformats.org/officeDocument/2006/relationships/tags" Target="../tags/tag9.xml"/><Relationship Id="rId15" Type="http://schemas.openxmlformats.org/officeDocument/2006/relationships/tags" Target="../tags/tag8.xml"/><Relationship Id="rId14" Type="http://schemas.openxmlformats.org/officeDocument/2006/relationships/tags" Target="../tags/tag7.xml"/><Relationship Id="rId13" Type="http://schemas.openxmlformats.org/officeDocument/2006/relationships/tags" Target="../tags/tag6.xml"/><Relationship Id="rId12" Type="http://schemas.openxmlformats.org/officeDocument/2006/relationships/tags" Target="../tags/tag5.xml"/><Relationship Id="rId11" Type="http://schemas.openxmlformats.org/officeDocument/2006/relationships/tags" Target="../tags/tag4.xml"/><Relationship Id="rId10" Type="http://schemas.openxmlformats.org/officeDocument/2006/relationships/tags" Target="../tags/tag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QB_FR22_PA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4870" y="571500"/>
            <a:ext cx="1440000" cy="1440000"/>
          </a:xfrm>
          <a:prstGeom prst="rect">
            <a:avLst/>
          </a:prstGeom>
        </p:spPr>
      </p:pic>
      <p:pic>
        <p:nvPicPr>
          <p:cNvPr id="4" name="图片 3" descr="QB_FR22_Prompt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9475" y="565150"/>
            <a:ext cx="1440000" cy="1440000"/>
          </a:xfrm>
          <a:prstGeom prst="rect">
            <a:avLst/>
          </a:prstGeom>
        </p:spPr>
      </p:pic>
      <p:pic>
        <p:nvPicPr>
          <p:cNvPr id="6" name="图片 5" descr="QB_FR22_PromptIR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840355" y="916940"/>
            <a:ext cx="720000" cy="720000"/>
          </a:xfrm>
          <a:prstGeom prst="rect">
            <a:avLst/>
          </a:prstGeom>
        </p:spPr>
      </p:pic>
      <p:pic>
        <p:nvPicPr>
          <p:cNvPr id="7" name="图片 6" descr="RG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5475" y="4663440"/>
            <a:ext cx="1919618" cy="1440000"/>
          </a:xfrm>
          <a:prstGeom prst="rect">
            <a:avLst/>
          </a:prstGeom>
        </p:spPr>
      </p:pic>
      <p:pic>
        <p:nvPicPr>
          <p:cNvPr id="8" name="图片 7" descr="G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0080" y="4671060"/>
            <a:ext cx="1919618" cy="1440000"/>
          </a:xfrm>
          <a:prstGeom prst="rect">
            <a:avLst/>
          </a:prstGeom>
        </p:spPr>
      </p:pic>
      <p:pic>
        <p:nvPicPr>
          <p:cNvPr id="9" name="图片 8" descr="GT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720340" y="5023485"/>
            <a:ext cx="959809" cy="720000"/>
          </a:xfrm>
          <a:prstGeom prst="rect">
            <a:avLst/>
          </a:prstGeom>
        </p:spPr>
      </p:pic>
      <p:pic>
        <p:nvPicPr>
          <p:cNvPr id="10" name="图片 9" descr="000004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4870" y="2696845"/>
            <a:ext cx="1440000" cy="1440000"/>
          </a:xfrm>
          <a:prstGeom prst="rect">
            <a:avLst/>
          </a:prstGeom>
        </p:spPr>
      </p:pic>
      <p:pic>
        <p:nvPicPr>
          <p:cNvPr id="11" name="图片 10" descr="000004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9475" y="2696845"/>
            <a:ext cx="1440000" cy="1440000"/>
          </a:xfrm>
          <a:prstGeom prst="rect">
            <a:avLst/>
          </a:prstGeom>
        </p:spPr>
      </p:pic>
      <p:pic>
        <p:nvPicPr>
          <p:cNvPr id="12" name="图片 11" descr="00000440(rename-erxbvp9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4325" y="2976880"/>
            <a:ext cx="720000" cy="720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77545" y="1092835"/>
            <a:ext cx="1919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Pansharpening</a:t>
            </a:r>
            <a:endParaRPr lang="en-US" altLang="zh-CN" b="1"/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677545" y="3152775"/>
            <a:ext cx="1919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MR Image SR</a:t>
            </a:r>
            <a:endParaRPr lang="en-US" altLang="zh-CN" b="1"/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677545" y="5135245"/>
            <a:ext cx="2112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Depth Image SR</a:t>
            </a:r>
            <a:endParaRPr lang="en-US" altLang="zh-CN" b="1"/>
          </a:p>
        </p:txBody>
      </p:sp>
      <p:sp>
        <p:nvSpPr>
          <p:cNvPr id="15" name="文本框 14"/>
          <p:cNvSpPr txBox="1"/>
          <p:nvPr/>
        </p:nvSpPr>
        <p:spPr>
          <a:xfrm>
            <a:off x="2893060" y="2062480"/>
            <a:ext cx="9601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/>
              <a:t>LR MS</a:t>
            </a:r>
            <a:endParaRPr lang="en-US" altLang="zh-CN" sz="1200" b="1"/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5154930" y="2062480"/>
            <a:ext cx="5702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/>
              <a:t>PAN</a:t>
            </a:r>
            <a:endParaRPr lang="en-US" altLang="zh-CN" sz="1200" b="1"/>
          </a:p>
        </p:txBody>
      </p:sp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>
            <a:off x="7665085" y="2062480"/>
            <a:ext cx="7200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/>
              <a:t>HR </a:t>
            </a:r>
            <a:r>
              <a:rPr lang="en-US" altLang="zh-CN" sz="1200" b="1"/>
              <a:t>MS</a:t>
            </a:r>
            <a:endParaRPr lang="en-US" altLang="zh-CN" sz="1200" b="1"/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2893060" y="4182110"/>
            <a:ext cx="9601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/>
              <a:t>LR </a:t>
            </a:r>
            <a:r>
              <a:rPr lang="en-US" altLang="zh-CN" sz="1200" b="1"/>
              <a:t>T2</a:t>
            </a:r>
            <a:endParaRPr lang="en-US" altLang="zh-CN" sz="1200" b="1"/>
          </a:p>
        </p:txBody>
      </p:sp>
      <p:sp>
        <p:nvSpPr>
          <p:cNvPr id="19" name="文本框 18"/>
          <p:cNvSpPr txBox="1"/>
          <p:nvPr>
            <p:custDataLst>
              <p:tags r:id="rId15"/>
            </p:custDataLst>
          </p:nvPr>
        </p:nvSpPr>
        <p:spPr>
          <a:xfrm>
            <a:off x="5205730" y="4182110"/>
            <a:ext cx="3829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/>
              <a:t>T1</a:t>
            </a:r>
            <a:endParaRPr lang="en-US" altLang="zh-CN" sz="1200" b="1"/>
          </a:p>
        </p:txBody>
      </p:sp>
      <p:sp>
        <p:nvSpPr>
          <p:cNvPr id="20" name="文本框 19"/>
          <p:cNvSpPr txBox="1"/>
          <p:nvPr>
            <p:custDataLst>
              <p:tags r:id="rId16"/>
            </p:custDataLst>
          </p:nvPr>
        </p:nvSpPr>
        <p:spPr>
          <a:xfrm>
            <a:off x="7665085" y="4182110"/>
            <a:ext cx="6273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/>
              <a:t>HR </a:t>
            </a:r>
            <a:r>
              <a:rPr lang="en-US" altLang="zh-CN" sz="1200" b="1"/>
              <a:t>T2</a:t>
            </a:r>
            <a:endParaRPr lang="en-US" altLang="zh-CN" sz="1200" b="1"/>
          </a:p>
        </p:txBody>
      </p:sp>
      <p:sp>
        <p:nvSpPr>
          <p:cNvPr id="21" name="文本框 20"/>
          <p:cNvSpPr txBox="1"/>
          <p:nvPr>
            <p:custDataLst>
              <p:tags r:id="rId17"/>
            </p:custDataLst>
          </p:nvPr>
        </p:nvSpPr>
        <p:spPr>
          <a:xfrm>
            <a:off x="2789555" y="6111240"/>
            <a:ext cx="9601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/>
              <a:t>LR </a:t>
            </a:r>
            <a:r>
              <a:rPr lang="en-US" altLang="zh-CN" sz="1200" b="1"/>
              <a:t>Depth</a:t>
            </a:r>
            <a:endParaRPr lang="en-US" altLang="zh-CN" sz="1200" b="1"/>
          </a:p>
        </p:txBody>
      </p:sp>
      <p:sp>
        <p:nvSpPr>
          <p:cNvPr id="22" name="文本框 21"/>
          <p:cNvSpPr txBox="1"/>
          <p:nvPr>
            <p:custDataLst>
              <p:tags r:id="rId18"/>
            </p:custDataLst>
          </p:nvPr>
        </p:nvSpPr>
        <p:spPr>
          <a:xfrm>
            <a:off x="5072380" y="6111240"/>
            <a:ext cx="6280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/>
              <a:t>RGB</a:t>
            </a:r>
            <a:endParaRPr lang="en-US" altLang="zh-CN" sz="1200" b="1"/>
          </a:p>
        </p:txBody>
      </p:sp>
      <p:sp>
        <p:nvSpPr>
          <p:cNvPr id="23" name="文本框 22"/>
          <p:cNvSpPr txBox="1"/>
          <p:nvPr>
            <p:custDataLst>
              <p:tags r:id="rId19"/>
            </p:custDataLst>
          </p:nvPr>
        </p:nvSpPr>
        <p:spPr>
          <a:xfrm>
            <a:off x="7544435" y="6111240"/>
            <a:ext cx="9607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/>
              <a:t>HR </a:t>
            </a:r>
            <a:r>
              <a:rPr lang="en-US" altLang="zh-CN" sz="1200" b="1"/>
              <a:t>Depth</a:t>
            </a:r>
            <a:endParaRPr lang="en-US" altLang="zh-CN" sz="1200" b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</Words>
  <Application>WPS 演示</Application>
  <PresentationFormat>宽屏</PresentationFormat>
  <Paragraphs>24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Mr.Paker</cp:lastModifiedBy>
  <cp:revision>13</cp:revision>
  <dcterms:created xsi:type="dcterms:W3CDTF">2026-02-09T06:05:01Z</dcterms:created>
  <dcterms:modified xsi:type="dcterms:W3CDTF">2026-02-09T06:05:01Z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2052-6.8.2.8850</vt:lpwstr>
  </property>
  <property fmtid="{D5CDD505-2E9C-101B-9397-08002B2CF9AE}" pid="3" name="ICV">
    <vt:lpwstr>696A638AC2EAC8B8DB55896934C88178_41</vt:lpwstr>
  </property>
</Properties>
</file>